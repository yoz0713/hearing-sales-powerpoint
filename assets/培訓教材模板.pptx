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media/image3.jpg" ContentType="image/jpeg"/>
  <Override PartName="/ppt/media/image4.jpg" ContentType="image/jpeg"/>
  <Override PartName="/ppt/media/image5.jpg" ContentType="image/jpeg"/>
  <Override PartName="/ppt/media/image6.jpg" ContentType="image/jpeg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  <p:sldMasterId id="2147483679" r:id="rId3"/>
    <p:sldMasterId id="2147483681" r:id="rId4"/>
  </p:sldMasterIdLst>
  <p:notesMasterIdLst>
    <p:notesMasterId r:id="rId8"/>
  </p:notesMasterIdLst>
  <p:sldIdLst>
    <p:sldId id="256" r:id="rId5"/>
    <p:sldId id="272" r:id="rId6"/>
    <p:sldId id="28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7472" autoAdjust="0"/>
  </p:normalViewPr>
  <p:slideViewPr>
    <p:cSldViewPr snapToGrid="0">
      <p:cViewPr varScale="1">
        <p:scale>
          <a:sx n="48" d="100"/>
          <a:sy n="48" d="100"/>
        </p:scale>
        <p:origin x="13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97F0A-192C-4E89-A22D-2D4541C14D1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DD443-5386-4FA1-9371-A2F4CC7DD3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27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各位同仁大家好，本次課程是針對大樹聽力中心客戶管理系統的教育訓練，我們稱本系統為</a:t>
            </a:r>
            <a:r>
              <a:rPr lang="en-US" altLang="zh-TW" dirty="0"/>
              <a:t>CRM</a:t>
            </a:r>
            <a:r>
              <a:rPr lang="zh-TW" altLang="en-US" dirty="0"/>
              <a:t>，後續本課程提到</a:t>
            </a:r>
            <a:r>
              <a:rPr lang="en-US" altLang="zh-TW" dirty="0"/>
              <a:t>CRM</a:t>
            </a:r>
            <a:r>
              <a:rPr lang="zh-TW" altLang="en-US" dirty="0"/>
              <a:t>都是指本系統。這套系統是我們門市營運、聽力照護、設備控管與訂單作業的核心工具；從每日開門營業的第一刻起，它就與我們的服務流程環環相扣，課程上如果有遇到問題，都可以詢問培訓部或店內主管。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DD443-5386-4FA1-9371-A2F4CC7DD3E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126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今天的教學我們會依照實務工作流程，分為三大部分： 第一部分是顧客建檔與日常營運作業</a:t>
            </a:r>
            <a:r>
              <a:rPr lang="zh-TW" altLang="en-US" b="1" dirty="0"/>
              <a:t>，涵蓋大家每天必用的預約排程； 第二部分聚焦在聽力</a:t>
            </a:r>
            <a:r>
              <a:rPr lang="zh-TW" altLang="en-US" dirty="0"/>
              <a:t>評估與個案照護紀錄</a:t>
            </a:r>
            <a:r>
              <a:rPr lang="zh-TW" altLang="en-US" b="1" dirty="0"/>
              <a:t>，確保我們每一筆聽力報告與到店紀錄和諮詢過程都能完整追蹤； 最後則是</a:t>
            </a:r>
            <a:r>
              <a:rPr lang="zh-TW" altLang="en-US" dirty="0"/>
              <a:t>銷售交易與設備庫存管理，帶大家走一遍試聽機借用、開立訂單，到售後保固的完整流程。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DD443-5386-4FA1-9371-A2F4CC7DD3E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334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07968" y="2336080"/>
            <a:ext cx="5688633" cy="1661993"/>
          </a:xfrm>
          <a:prstGeom prst="rect">
            <a:avLst/>
          </a:prstGeom>
        </p:spPr>
        <p:txBody>
          <a:bodyPr lIns="0" tIns="0" rIns="0" bIns="0"/>
          <a:lstStyle>
            <a:lvl1pPr>
              <a:defRPr sz="5400" b="0" i="0">
                <a:solidFill>
                  <a:srgbClr val="008BD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 panose="020B0503020204020204" pitchFamily="34" charset="-122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713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字版面配置區 13"/>
          <p:cNvSpPr>
            <a:spLocks noGrp="1"/>
          </p:cNvSpPr>
          <p:nvPr>
            <p:ph type="body" sz="quarter" idx="10"/>
          </p:nvPr>
        </p:nvSpPr>
        <p:spPr>
          <a:xfrm>
            <a:off x="803253" y="1886485"/>
            <a:ext cx="6786562" cy="1512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zh-TW" altLang="en-US" dirty="0"/>
              <a:t>編輯母片</a:t>
            </a:r>
            <a:endParaRPr lang="en-US" altLang="zh-TW" dirty="0"/>
          </a:p>
          <a:p>
            <a:pPr lvl="0"/>
            <a:r>
              <a:rPr lang="zh-TW" altLang="en-US" dirty="0"/>
              <a:t>文字樣式編輯</a:t>
            </a:r>
            <a:endParaRPr lang="en-US" altLang="zh-TW" dirty="0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1"/>
          </p:nvPr>
        </p:nvSpPr>
        <p:spPr>
          <a:xfrm>
            <a:off x="863413" y="3549320"/>
            <a:ext cx="5592763" cy="814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83250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字版面配置區 13"/>
          <p:cNvSpPr>
            <a:spLocks noGrp="1"/>
          </p:cNvSpPr>
          <p:nvPr>
            <p:ph type="body" sz="quarter" idx="10" hasCustomPrompt="1"/>
          </p:nvPr>
        </p:nvSpPr>
        <p:spPr>
          <a:xfrm>
            <a:off x="5213839" y="1901549"/>
            <a:ext cx="6786562" cy="1512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>
                <a:solidFill>
                  <a:srgbClr val="70AD4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zh-TW" altLang="en-US" dirty="0"/>
              <a:t>編輯母片文字樣式編輯</a:t>
            </a:r>
            <a:endParaRPr lang="en-US" altLang="zh-TW" dirty="0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1"/>
          </p:nvPr>
        </p:nvSpPr>
        <p:spPr>
          <a:xfrm>
            <a:off x="5275980" y="3578853"/>
            <a:ext cx="5592763" cy="814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rgbClr val="70AD4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5859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0" y="17756"/>
            <a:ext cx="12192000" cy="6858000"/>
          </a:xfrm>
          <a:prstGeom prst="rect">
            <a:avLst/>
          </a:prstGeom>
        </p:spPr>
      </p:pic>
      <p:sp>
        <p:nvSpPr>
          <p:cNvPr id="11" name="圓角矩形 10">
            <a:extLst>
              <a:ext uri="{FF2B5EF4-FFF2-40B4-BE49-F238E27FC236}">
                <a16:creationId xmlns:a16="http://schemas.microsoft.com/office/drawing/2014/main" id="{7AF42723-2152-484B-9758-F4353AD6F3B7}"/>
              </a:ext>
            </a:extLst>
          </p:cNvPr>
          <p:cNvSpPr/>
          <p:nvPr userDrawn="1"/>
        </p:nvSpPr>
        <p:spPr>
          <a:xfrm>
            <a:off x="3095805" y="15562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0FF6ABB-987B-BF46-A404-6CB6D5BEBB3D}"/>
              </a:ext>
            </a:extLst>
          </p:cNvPr>
          <p:cNvSpPr/>
          <p:nvPr userDrawn="1"/>
        </p:nvSpPr>
        <p:spPr>
          <a:xfrm>
            <a:off x="492305" y="15562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C7E4543-1CD8-8D4F-962C-EE4F94E4372A}"/>
              </a:ext>
            </a:extLst>
          </p:cNvPr>
          <p:cNvSpPr/>
          <p:nvPr userDrawn="1"/>
        </p:nvSpPr>
        <p:spPr>
          <a:xfrm>
            <a:off x="2312124" y="16211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560218-0548-9241-8606-9BBAB3CAD57A}"/>
              </a:ext>
            </a:extLst>
          </p:cNvPr>
          <p:cNvSpPr txBox="1"/>
          <p:nvPr userDrawn="1"/>
        </p:nvSpPr>
        <p:spPr>
          <a:xfrm>
            <a:off x="2429883" y="1691681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DC4C638-D595-F24E-954F-97AA30AE364D}"/>
              </a:ext>
            </a:extLst>
          </p:cNvPr>
          <p:cNvSpPr/>
          <p:nvPr userDrawn="1"/>
        </p:nvSpPr>
        <p:spPr>
          <a:xfrm>
            <a:off x="3095805" y="25849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8DA07BE3-99F0-3043-80F2-A8167AE51630}"/>
              </a:ext>
            </a:extLst>
          </p:cNvPr>
          <p:cNvSpPr/>
          <p:nvPr userDrawn="1"/>
        </p:nvSpPr>
        <p:spPr>
          <a:xfrm>
            <a:off x="492305" y="25849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512334C-D973-FE48-80AB-D58DB4818FAC}"/>
              </a:ext>
            </a:extLst>
          </p:cNvPr>
          <p:cNvSpPr/>
          <p:nvPr userDrawn="1"/>
        </p:nvSpPr>
        <p:spPr>
          <a:xfrm>
            <a:off x="2316478" y="26498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C6B8FFF-438D-504B-8084-941171ED4B2F}"/>
              </a:ext>
            </a:extLst>
          </p:cNvPr>
          <p:cNvSpPr txBox="1"/>
          <p:nvPr userDrawn="1"/>
        </p:nvSpPr>
        <p:spPr>
          <a:xfrm>
            <a:off x="2434237" y="2720381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C96C57A6-8763-FE49-96B3-5736C1C0ACF7}"/>
              </a:ext>
            </a:extLst>
          </p:cNvPr>
          <p:cNvSpPr/>
          <p:nvPr userDrawn="1"/>
        </p:nvSpPr>
        <p:spPr>
          <a:xfrm>
            <a:off x="3095805" y="36136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1A5589FD-2DC0-2C47-B1A9-A6E82A5B998A}"/>
              </a:ext>
            </a:extLst>
          </p:cNvPr>
          <p:cNvSpPr/>
          <p:nvPr userDrawn="1"/>
        </p:nvSpPr>
        <p:spPr>
          <a:xfrm>
            <a:off x="492305" y="36136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2D2AD0E-3923-7046-9BDE-31813E45F938}"/>
              </a:ext>
            </a:extLst>
          </p:cNvPr>
          <p:cNvSpPr/>
          <p:nvPr userDrawn="1"/>
        </p:nvSpPr>
        <p:spPr>
          <a:xfrm>
            <a:off x="2316478" y="36785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2742D41-124A-D24D-BDE1-D89AA8DA96C5}"/>
              </a:ext>
            </a:extLst>
          </p:cNvPr>
          <p:cNvSpPr txBox="1"/>
          <p:nvPr userDrawn="1"/>
        </p:nvSpPr>
        <p:spPr>
          <a:xfrm>
            <a:off x="2434237" y="3749081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955C82DE-BFFE-D341-9D57-E27369A3B50B}"/>
              </a:ext>
            </a:extLst>
          </p:cNvPr>
          <p:cNvSpPr/>
          <p:nvPr userDrawn="1"/>
        </p:nvSpPr>
        <p:spPr>
          <a:xfrm>
            <a:off x="3095805" y="46423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E608E6C5-19AA-0E47-A6CD-DDE9CEA2F7CB}"/>
              </a:ext>
            </a:extLst>
          </p:cNvPr>
          <p:cNvSpPr/>
          <p:nvPr userDrawn="1"/>
        </p:nvSpPr>
        <p:spPr>
          <a:xfrm>
            <a:off x="492305" y="46423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640656D-4673-584C-A024-C5BC7F33A296}"/>
              </a:ext>
            </a:extLst>
          </p:cNvPr>
          <p:cNvSpPr/>
          <p:nvPr userDrawn="1"/>
        </p:nvSpPr>
        <p:spPr>
          <a:xfrm>
            <a:off x="2316478" y="47072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0C14A2-033B-F542-9645-283F84B30ED7}"/>
              </a:ext>
            </a:extLst>
          </p:cNvPr>
          <p:cNvSpPr txBox="1"/>
          <p:nvPr userDrawn="1"/>
        </p:nvSpPr>
        <p:spPr>
          <a:xfrm>
            <a:off x="2434237" y="4777781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A4BE9422-BB26-AB4A-ACE6-11C34F95C278}"/>
              </a:ext>
            </a:extLst>
          </p:cNvPr>
          <p:cNvSpPr/>
          <p:nvPr userDrawn="1"/>
        </p:nvSpPr>
        <p:spPr>
          <a:xfrm>
            <a:off x="3095805" y="56710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98669A81-9C6D-8849-8E0F-D2C3294AAF20}"/>
              </a:ext>
            </a:extLst>
          </p:cNvPr>
          <p:cNvSpPr/>
          <p:nvPr userDrawn="1"/>
        </p:nvSpPr>
        <p:spPr>
          <a:xfrm>
            <a:off x="492305" y="56710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A08723A-C4A7-0241-9845-2A32C92E1C28}"/>
              </a:ext>
            </a:extLst>
          </p:cNvPr>
          <p:cNvSpPr/>
          <p:nvPr userDrawn="1"/>
        </p:nvSpPr>
        <p:spPr>
          <a:xfrm>
            <a:off x="2316478" y="5731566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B3F7B5F-D664-B647-B222-3932E72751D0}"/>
              </a:ext>
            </a:extLst>
          </p:cNvPr>
          <p:cNvSpPr txBox="1"/>
          <p:nvPr userDrawn="1"/>
        </p:nvSpPr>
        <p:spPr>
          <a:xfrm>
            <a:off x="2434237" y="5802127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內容版面配置區 42"/>
          <p:cNvSpPr>
            <a:spLocks noGrp="1"/>
          </p:cNvSpPr>
          <p:nvPr>
            <p:ph sz="quarter" idx="11"/>
          </p:nvPr>
        </p:nvSpPr>
        <p:spPr>
          <a:xfrm>
            <a:off x="3328318" y="165926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4" name="內容版面配置區 42"/>
          <p:cNvSpPr>
            <a:spLocks noGrp="1"/>
          </p:cNvSpPr>
          <p:nvPr>
            <p:ph sz="quarter" idx="12"/>
          </p:nvPr>
        </p:nvSpPr>
        <p:spPr>
          <a:xfrm>
            <a:off x="3328318" y="2687977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5" name="內容版面配置區 42"/>
          <p:cNvSpPr>
            <a:spLocks noGrp="1"/>
          </p:cNvSpPr>
          <p:nvPr>
            <p:ph sz="quarter" idx="13"/>
          </p:nvPr>
        </p:nvSpPr>
        <p:spPr>
          <a:xfrm>
            <a:off x="3328318" y="374841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6" name="內容版面配置區 42"/>
          <p:cNvSpPr>
            <a:spLocks noGrp="1"/>
          </p:cNvSpPr>
          <p:nvPr>
            <p:ph sz="quarter" idx="14"/>
          </p:nvPr>
        </p:nvSpPr>
        <p:spPr>
          <a:xfrm>
            <a:off x="3328318" y="4743349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7" name="內容版面配置區 42"/>
          <p:cNvSpPr>
            <a:spLocks noGrp="1"/>
          </p:cNvSpPr>
          <p:nvPr>
            <p:ph sz="quarter" idx="15"/>
          </p:nvPr>
        </p:nvSpPr>
        <p:spPr>
          <a:xfrm>
            <a:off x="3328317" y="5788541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30" name="Holder 2">
            <a:extLst>
              <a:ext uri="{FF2B5EF4-FFF2-40B4-BE49-F238E27FC236}">
                <a16:creationId xmlns:a16="http://schemas.microsoft.com/office/drawing/2014/main" id="{26DE64B9-2B98-45DE-9E2B-2388323E3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085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7" y="17756"/>
            <a:ext cx="12192000" cy="6858000"/>
          </a:xfrm>
          <a:prstGeom prst="rect">
            <a:avLst/>
          </a:prstGeom>
        </p:spPr>
      </p:pic>
      <p:sp>
        <p:nvSpPr>
          <p:cNvPr id="11" name="圓角矩形 10">
            <a:extLst>
              <a:ext uri="{FF2B5EF4-FFF2-40B4-BE49-F238E27FC236}">
                <a16:creationId xmlns:a16="http://schemas.microsoft.com/office/drawing/2014/main" id="{7AF42723-2152-484B-9758-F4353AD6F3B7}"/>
              </a:ext>
            </a:extLst>
          </p:cNvPr>
          <p:cNvSpPr/>
          <p:nvPr userDrawn="1"/>
        </p:nvSpPr>
        <p:spPr>
          <a:xfrm>
            <a:off x="3095805" y="15562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0FF6ABB-987B-BF46-A404-6CB6D5BEBB3D}"/>
              </a:ext>
            </a:extLst>
          </p:cNvPr>
          <p:cNvSpPr/>
          <p:nvPr userDrawn="1"/>
        </p:nvSpPr>
        <p:spPr>
          <a:xfrm>
            <a:off x="492305" y="15562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C7E4543-1CD8-8D4F-962C-EE4F94E4372A}"/>
              </a:ext>
            </a:extLst>
          </p:cNvPr>
          <p:cNvSpPr/>
          <p:nvPr userDrawn="1"/>
        </p:nvSpPr>
        <p:spPr>
          <a:xfrm>
            <a:off x="2312124" y="16211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560218-0548-9241-8606-9BBAB3CAD57A}"/>
              </a:ext>
            </a:extLst>
          </p:cNvPr>
          <p:cNvSpPr txBox="1"/>
          <p:nvPr userDrawn="1"/>
        </p:nvSpPr>
        <p:spPr>
          <a:xfrm>
            <a:off x="1702275" y="1461129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endParaRPr kumimoji="1" lang="zh-TW" altLang="en-US" sz="2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內容版面配置區 42"/>
          <p:cNvSpPr>
            <a:spLocks noGrp="1"/>
          </p:cNvSpPr>
          <p:nvPr>
            <p:ph sz="quarter" idx="11"/>
          </p:nvPr>
        </p:nvSpPr>
        <p:spPr>
          <a:xfrm>
            <a:off x="3328318" y="165926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2426570" y="1730197"/>
            <a:ext cx="438150" cy="493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10" name="Holder 2">
            <a:extLst>
              <a:ext uri="{FF2B5EF4-FFF2-40B4-BE49-F238E27FC236}">
                <a16:creationId xmlns:a16="http://schemas.microsoft.com/office/drawing/2014/main" id="{C5100DC7-3660-4D97-B69B-52C511FE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57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2" y="19539"/>
            <a:ext cx="12192000" cy="6858000"/>
          </a:xfrm>
          <a:prstGeom prst="rect">
            <a:avLst/>
          </a:prstGeom>
        </p:spPr>
      </p:pic>
      <p:sp>
        <p:nvSpPr>
          <p:cNvPr id="11" name="圓角矩形 10">
            <a:extLst>
              <a:ext uri="{FF2B5EF4-FFF2-40B4-BE49-F238E27FC236}">
                <a16:creationId xmlns:a16="http://schemas.microsoft.com/office/drawing/2014/main" id="{7AF42723-2152-484B-9758-F4353AD6F3B7}"/>
              </a:ext>
            </a:extLst>
          </p:cNvPr>
          <p:cNvSpPr/>
          <p:nvPr userDrawn="1"/>
        </p:nvSpPr>
        <p:spPr>
          <a:xfrm>
            <a:off x="3095805" y="15562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0FF6ABB-987B-BF46-A404-6CB6D5BEBB3D}"/>
              </a:ext>
            </a:extLst>
          </p:cNvPr>
          <p:cNvSpPr/>
          <p:nvPr userDrawn="1"/>
        </p:nvSpPr>
        <p:spPr>
          <a:xfrm>
            <a:off x="492305" y="15562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C7E4543-1CD8-8D4F-962C-EE4F94E4372A}"/>
              </a:ext>
            </a:extLst>
          </p:cNvPr>
          <p:cNvSpPr/>
          <p:nvPr userDrawn="1"/>
        </p:nvSpPr>
        <p:spPr>
          <a:xfrm>
            <a:off x="2312124" y="16211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DC4C638-D595-F24E-954F-97AA30AE364D}"/>
              </a:ext>
            </a:extLst>
          </p:cNvPr>
          <p:cNvSpPr/>
          <p:nvPr userDrawn="1"/>
        </p:nvSpPr>
        <p:spPr>
          <a:xfrm>
            <a:off x="3095805" y="25849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8DA07BE3-99F0-3043-80F2-A8167AE51630}"/>
              </a:ext>
            </a:extLst>
          </p:cNvPr>
          <p:cNvSpPr/>
          <p:nvPr userDrawn="1"/>
        </p:nvSpPr>
        <p:spPr>
          <a:xfrm>
            <a:off x="492305" y="25849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512334C-D973-FE48-80AB-D58DB4818FAC}"/>
              </a:ext>
            </a:extLst>
          </p:cNvPr>
          <p:cNvSpPr/>
          <p:nvPr userDrawn="1"/>
        </p:nvSpPr>
        <p:spPr>
          <a:xfrm>
            <a:off x="2316478" y="26498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內容版面配置區 42"/>
          <p:cNvSpPr>
            <a:spLocks noGrp="1"/>
          </p:cNvSpPr>
          <p:nvPr>
            <p:ph sz="quarter" idx="11"/>
          </p:nvPr>
        </p:nvSpPr>
        <p:spPr>
          <a:xfrm>
            <a:off x="3328318" y="165926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4" name="內容版面配置區 42"/>
          <p:cNvSpPr>
            <a:spLocks noGrp="1"/>
          </p:cNvSpPr>
          <p:nvPr>
            <p:ph sz="quarter" idx="12"/>
          </p:nvPr>
        </p:nvSpPr>
        <p:spPr>
          <a:xfrm>
            <a:off x="3328318" y="2687977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 hasCustomPrompt="1"/>
          </p:nvPr>
        </p:nvSpPr>
        <p:spPr>
          <a:xfrm>
            <a:off x="2395253" y="1727524"/>
            <a:ext cx="519112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38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2408825" y="2759493"/>
            <a:ext cx="519112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14" name="Holder 2">
            <a:extLst>
              <a:ext uri="{FF2B5EF4-FFF2-40B4-BE49-F238E27FC236}">
                <a16:creationId xmlns:a16="http://schemas.microsoft.com/office/drawing/2014/main" id="{27F6F38C-D860-4A4D-9040-DFE01714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111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5" y="16508"/>
            <a:ext cx="12192000" cy="6858000"/>
          </a:xfrm>
          <a:prstGeom prst="rect">
            <a:avLst/>
          </a:prstGeom>
        </p:spPr>
      </p:pic>
      <p:sp>
        <p:nvSpPr>
          <p:cNvPr id="11" name="圓角矩形 10">
            <a:extLst>
              <a:ext uri="{FF2B5EF4-FFF2-40B4-BE49-F238E27FC236}">
                <a16:creationId xmlns:a16="http://schemas.microsoft.com/office/drawing/2014/main" id="{7AF42723-2152-484B-9758-F4353AD6F3B7}"/>
              </a:ext>
            </a:extLst>
          </p:cNvPr>
          <p:cNvSpPr/>
          <p:nvPr userDrawn="1"/>
        </p:nvSpPr>
        <p:spPr>
          <a:xfrm>
            <a:off x="3095805" y="15562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0FF6ABB-987B-BF46-A404-6CB6D5BEBB3D}"/>
              </a:ext>
            </a:extLst>
          </p:cNvPr>
          <p:cNvSpPr/>
          <p:nvPr userDrawn="1"/>
        </p:nvSpPr>
        <p:spPr>
          <a:xfrm>
            <a:off x="492305" y="15562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C7E4543-1CD8-8D4F-962C-EE4F94E4372A}"/>
              </a:ext>
            </a:extLst>
          </p:cNvPr>
          <p:cNvSpPr/>
          <p:nvPr userDrawn="1"/>
        </p:nvSpPr>
        <p:spPr>
          <a:xfrm>
            <a:off x="2316478" y="16211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DC4C638-D595-F24E-954F-97AA30AE364D}"/>
              </a:ext>
            </a:extLst>
          </p:cNvPr>
          <p:cNvSpPr/>
          <p:nvPr userDrawn="1"/>
        </p:nvSpPr>
        <p:spPr>
          <a:xfrm>
            <a:off x="3095805" y="25849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8DA07BE3-99F0-3043-80F2-A8167AE51630}"/>
              </a:ext>
            </a:extLst>
          </p:cNvPr>
          <p:cNvSpPr/>
          <p:nvPr userDrawn="1"/>
        </p:nvSpPr>
        <p:spPr>
          <a:xfrm>
            <a:off x="492305" y="25849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512334C-D973-FE48-80AB-D58DB4818FAC}"/>
              </a:ext>
            </a:extLst>
          </p:cNvPr>
          <p:cNvSpPr/>
          <p:nvPr userDrawn="1"/>
        </p:nvSpPr>
        <p:spPr>
          <a:xfrm>
            <a:off x="2316478" y="26498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C96C57A6-8763-FE49-96B3-5736C1C0ACF7}"/>
              </a:ext>
            </a:extLst>
          </p:cNvPr>
          <p:cNvSpPr/>
          <p:nvPr userDrawn="1"/>
        </p:nvSpPr>
        <p:spPr>
          <a:xfrm>
            <a:off x="3095805" y="36136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1A5589FD-2DC0-2C47-B1A9-A6E82A5B998A}"/>
              </a:ext>
            </a:extLst>
          </p:cNvPr>
          <p:cNvSpPr/>
          <p:nvPr userDrawn="1"/>
        </p:nvSpPr>
        <p:spPr>
          <a:xfrm>
            <a:off x="492305" y="36136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2D2AD0E-3923-7046-9BDE-31813E45F938}"/>
              </a:ext>
            </a:extLst>
          </p:cNvPr>
          <p:cNvSpPr/>
          <p:nvPr userDrawn="1"/>
        </p:nvSpPr>
        <p:spPr>
          <a:xfrm>
            <a:off x="2316478" y="36785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內容版面配置區 42"/>
          <p:cNvSpPr>
            <a:spLocks noGrp="1"/>
          </p:cNvSpPr>
          <p:nvPr>
            <p:ph sz="quarter" idx="11"/>
          </p:nvPr>
        </p:nvSpPr>
        <p:spPr>
          <a:xfrm>
            <a:off x="3328318" y="165926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4" name="內容版面配置區 42"/>
          <p:cNvSpPr>
            <a:spLocks noGrp="1"/>
          </p:cNvSpPr>
          <p:nvPr>
            <p:ph sz="quarter" idx="12"/>
          </p:nvPr>
        </p:nvSpPr>
        <p:spPr>
          <a:xfrm>
            <a:off x="3328318" y="2687977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5" name="內容版面配置區 42"/>
          <p:cNvSpPr>
            <a:spLocks noGrp="1"/>
          </p:cNvSpPr>
          <p:nvPr>
            <p:ph sz="quarter" idx="13"/>
          </p:nvPr>
        </p:nvSpPr>
        <p:spPr>
          <a:xfrm>
            <a:off x="3328318" y="374841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 hasCustomPrompt="1"/>
          </p:nvPr>
        </p:nvSpPr>
        <p:spPr>
          <a:xfrm>
            <a:off x="2427722" y="1721072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38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2448154" y="2761749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39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2450258" y="3806783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19D9145F-9B2F-4497-83F0-47B6AD999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35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9" y="16508"/>
            <a:ext cx="12192000" cy="6858000"/>
          </a:xfrm>
          <a:prstGeom prst="rect">
            <a:avLst/>
          </a:prstGeom>
        </p:spPr>
      </p:pic>
      <p:sp>
        <p:nvSpPr>
          <p:cNvPr id="11" name="圓角矩形 10">
            <a:extLst>
              <a:ext uri="{FF2B5EF4-FFF2-40B4-BE49-F238E27FC236}">
                <a16:creationId xmlns:a16="http://schemas.microsoft.com/office/drawing/2014/main" id="{7AF42723-2152-484B-9758-F4353AD6F3B7}"/>
              </a:ext>
            </a:extLst>
          </p:cNvPr>
          <p:cNvSpPr/>
          <p:nvPr userDrawn="1"/>
        </p:nvSpPr>
        <p:spPr>
          <a:xfrm>
            <a:off x="3095805" y="15562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0FF6ABB-987B-BF46-A404-6CB6D5BEBB3D}"/>
              </a:ext>
            </a:extLst>
          </p:cNvPr>
          <p:cNvSpPr/>
          <p:nvPr userDrawn="1"/>
        </p:nvSpPr>
        <p:spPr>
          <a:xfrm>
            <a:off x="492305" y="15562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C7E4543-1CD8-8D4F-962C-EE4F94E4372A}"/>
              </a:ext>
            </a:extLst>
          </p:cNvPr>
          <p:cNvSpPr/>
          <p:nvPr userDrawn="1"/>
        </p:nvSpPr>
        <p:spPr>
          <a:xfrm>
            <a:off x="2312124" y="16211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DC4C638-D595-F24E-954F-97AA30AE364D}"/>
              </a:ext>
            </a:extLst>
          </p:cNvPr>
          <p:cNvSpPr/>
          <p:nvPr userDrawn="1"/>
        </p:nvSpPr>
        <p:spPr>
          <a:xfrm>
            <a:off x="3095805" y="25849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8DA07BE3-99F0-3043-80F2-A8167AE51630}"/>
              </a:ext>
            </a:extLst>
          </p:cNvPr>
          <p:cNvSpPr/>
          <p:nvPr userDrawn="1"/>
        </p:nvSpPr>
        <p:spPr>
          <a:xfrm>
            <a:off x="492305" y="25849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512334C-D973-FE48-80AB-D58DB4818FAC}"/>
              </a:ext>
            </a:extLst>
          </p:cNvPr>
          <p:cNvSpPr/>
          <p:nvPr userDrawn="1"/>
        </p:nvSpPr>
        <p:spPr>
          <a:xfrm>
            <a:off x="2316478" y="26498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C96C57A6-8763-FE49-96B3-5736C1C0ACF7}"/>
              </a:ext>
            </a:extLst>
          </p:cNvPr>
          <p:cNvSpPr/>
          <p:nvPr userDrawn="1"/>
        </p:nvSpPr>
        <p:spPr>
          <a:xfrm>
            <a:off x="3095805" y="36136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1A5589FD-2DC0-2C47-B1A9-A6E82A5B998A}"/>
              </a:ext>
            </a:extLst>
          </p:cNvPr>
          <p:cNvSpPr/>
          <p:nvPr userDrawn="1"/>
        </p:nvSpPr>
        <p:spPr>
          <a:xfrm>
            <a:off x="492305" y="36136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2D2AD0E-3923-7046-9BDE-31813E45F938}"/>
              </a:ext>
            </a:extLst>
          </p:cNvPr>
          <p:cNvSpPr/>
          <p:nvPr userDrawn="1"/>
        </p:nvSpPr>
        <p:spPr>
          <a:xfrm>
            <a:off x="2316478" y="36785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955C82DE-BFFE-D341-9D57-E27369A3B50B}"/>
              </a:ext>
            </a:extLst>
          </p:cNvPr>
          <p:cNvSpPr/>
          <p:nvPr userDrawn="1"/>
        </p:nvSpPr>
        <p:spPr>
          <a:xfrm>
            <a:off x="3095805" y="46423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E608E6C5-19AA-0E47-A6CD-DDE9CEA2F7CB}"/>
              </a:ext>
            </a:extLst>
          </p:cNvPr>
          <p:cNvSpPr/>
          <p:nvPr userDrawn="1"/>
        </p:nvSpPr>
        <p:spPr>
          <a:xfrm>
            <a:off x="492305" y="46423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640656D-4673-584C-A024-C5BC7F33A296}"/>
              </a:ext>
            </a:extLst>
          </p:cNvPr>
          <p:cNvSpPr/>
          <p:nvPr userDrawn="1"/>
        </p:nvSpPr>
        <p:spPr>
          <a:xfrm>
            <a:off x="2346465" y="47072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內容版面配置區 42"/>
          <p:cNvSpPr>
            <a:spLocks noGrp="1"/>
          </p:cNvSpPr>
          <p:nvPr>
            <p:ph sz="quarter" idx="11"/>
          </p:nvPr>
        </p:nvSpPr>
        <p:spPr>
          <a:xfrm>
            <a:off x="3328318" y="165926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4" name="內容版面配置區 42"/>
          <p:cNvSpPr>
            <a:spLocks noGrp="1"/>
          </p:cNvSpPr>
          <p:nvPr>
            <p:ph sz="quarter" idx="12"/>
          </p:nvPr>
        </p:nvSpPr>
        <p:spPr>
          <a:xfrm>
            <a:off x="3328318" y="2687977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5" name="內容版面配置區 42"/>
          <p:cNvSpPr>
            <a:spLocks noGrp="1"/>
          </p:cNvSpPr>
          <p:nvPr>
            <p:ph sz="quarter" idx="13"/>
          </p:nvPr>
        </p:nvSpPr>
        <p:spPr>
          <a:xfrm>
            <a:off x="3328318" y="374841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6" name="內容版面配置區 42"/>
          <p:cNvSpPr>
            <a:spLocks noGrp="1"/>
          </p:cNvSpPr>
          <p:nvPr>
            <p:ph sz="quarter" idx="14"/>
          </p:nvPr>
        </p:nvSpPr>
        <p:spPr>
          <a:xfrm>
            <a:off x="3328318" y="4743349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2438079" y="1728916"/>
            <a:ext cx="511175" cy="565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2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2433316" y="2766107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8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2433316" y="3802430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25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2433316" y="4831704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A67D2BE2-50AB-4B89-995C-86C92819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625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4" y="17756"/>
            <a:ext cx="12192000" cy="6858000"/>
          </a:xfrm>
          <a:prstGeom prst="rect">
            <a:avLst/>
          </a:prstGeom>
        </p:spPr>
      </p:pic>
      <p:sp>
        <p:nvSpPr>
          <p:cNvPr id="11" name="圓角矩形 10">
            <a:extLst>
              <a:ext uri="{FF2B5EF4-FFF2-40B4-BE49-F238E27FC236}">
                <a16:creationId xmlns:a16="http://schemas.microsoft.com/office/drawing/2014/main" id="{7AF42723-2152-484B-9758-F4353AD6F3B7}"/>
              </a:ext>
            </a:extLst>
          </p:cNvPr>
          <p:cNvSpPr/>
          <p:nvPr userDrawn="1"/>
        </p:nvSpPr>
        <p:spPr>
          <a:xfrm>
            <a:off x="3095805" y="15562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0FF6ABB-987B-BF46-A404-6CB6D5BEBB3D}"/>
              </a:ext>
            </a:extLst>
          </p:cNvPr>
          <p:cNvSpPr/>
          <p:nvPr userDrawn="1"/>
        </p:nvSpPr>
        <p:spPr>
          <a:xfrm>
            <a:off x="492305" y="15562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C7E4543-1CD8-8D4F-962C-EE4F94E4372A}"/>
              </a:ext>
            </a:extLst>
          </p:cNvPr>
          <p:cNvSpPr/>
          <p:nvPr userDrawn="1"/>
        </p:nvSpPr>
        <p:spPr>
          <a:xfrm>
            <a:off x="2312124" y="16211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DC4C638-D595-F24E-954F-97AA30AE364D}"/>
              </a:ext>
            </a:extLst>
          </p:cNvPr>
          <p:cNvSpPr/>
          <p:nvPr userDrawn="1"/>
        </p:nvSpPr>
        <p:spPr>
          <a:xfrm>
            <a:off x="3095805" y="25849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8DA07BE3-99F0-3043-80F2-A8167AE51630}"/>
              </a:ext>
            </a:extLst>
          </p:cNvPr>
          <p:cNvSpPr/>
          <p:nvPr userDrawn="1"/>
        </p:nvSpPr>
        <p:spPr>
          <a:xfrm>
            <a:off x="492305" y="25849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512334C-D973-FE48-80AB-D58DB4818FAC}"/>
              </a:ext>
            </a:extLst>
          </p:cNvPr>
          <p:cNvSpPr/>
          <p:nvPr userDrawn="1"/>
        </p:nvSpPr>
        <p:spPr>
          <a:xfrm>
            <a:off x="2316478" y="26498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C96C57A6-8763-FE49-96B3-5736C1C0ACF7}"/>
              </a:ext>
            </a:extLst>
          </p:cNvPr>
          <p:cNvSpPr/>
          <p:nvPr userDrawn="1"/>
        </p:nvSpPr>
        <p:spPr>
          <a:xfrm>
            <a:off x="3095805" y="36136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1A5589FD-2DC0-2C47-B1A9-A6E82A5B998A}"/>
              </a:ext>
            </a:extLst>
          </p:cNvPr>
          <p:cNvSpPr/>
          <p:nvPr userDrawn="1"/>
        </p:nvSpPr>
        <p:spPr>
          <a:xfrm>
            <a:off x="492305" y="36136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2D2AD0E-3923-7046-9BDE-31813E45F938}"/>
              </a:ext>
            </a:extLst>
          </p:cNvPr>
          <p:cNvSpPr/>
          <p:nvPr userDrawn="1"/>
        </p:nvSpPr>
        <p:spPr>
          <a:xfrm>
            <a:off x="2316478" y="3678520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955C82DE-BFFE-D341-9D57-E27369A3B50B}"/>
              </a:ext>
            </a:extLst>
          </p:cNvPr>
          <p:cNvSpPr/>
          <p:nvPr userDrawn="1"/>
        </p:nvSpPr>
        <p:spPr>
          <a:xfrm>
            <a:off x="3095805" y="4642311"/>
            <a:ext cx="8524695" cy="7239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E608E6C5-19AA-0E47-A6CD-DDE9CEA2F7CB}"/>
              </a:ext>
            </a:extLst>
          </p:cNvPr>
          <p:cNvSpPr/>
          <p:nvPr userDrawn="1"/>
        </p:nvSpPr>
        <p:spPr>
          <a:xfrm>
            <a:off x="492305" y="46423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640656D-4673-584C-A024-C5BC7F33A296}"/>
              </a:ext>
            </a:extLst>
          </p:cNvPr>
          <p:cNvSpPr/>
          <p:nvPr userDrawn="1"/>
        </p:nvSpPr>
        <p:spPr>
          <a:xfrm>
            <a:off x="2316478" y="4707220"/>
            <a:ext cx="602789" cy="60278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A4BE9422-BB26-AB4A-ACE6-11C34F95C278}"/>
              </a:ext>
            </a:extLst>
          </p:cNvPr>
          <p:cNvSpPr/>
          <p:nvPr userDrawn="1"/>
        </p:nvSpPr>
        <p:spPr>
          <a:xfrm>
            <a:off x="3095805" y="5671011"/>
            <a:ext cx="8524695" cy="7239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98669A81-9C6D-8849-8E0F-D2C3294AAF20}"/>
              </a:ext>
            </a:extLst>
          </p:cNvPr>
          <p:cNvSpPr/>
          <p:nvPr userDrawn="1"/>
        </p:nvSpPr>
        <p:spPr>
          <a:xfrm>
            <a:off x="492305" y="5671011"/>
            <a:ext cx="2492195" cy="7239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A08723A-C4A7-0241-9845-2A32C92E1C28}"/>
              </a:ext>
            </a:extLst>
          </p:cNvPr>
          <p:cNvSpPr/>
          <p:nvPr userDrawn="1"/>
        </p:nvSpPr>
        <p:spPr>
          <a:xfrm>
            <a:off x="2316478" y="5731566"/>
            <a:ext cx="602789" cy="6027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內容版面配置區 42"/>
          <p:cNvSpPr>
            <a:spLocks noGrp="1"/>
          </p:cNvSpPr>
          <p:nvPr>
            <p:ph sz="quarter" idx="11"/>
          </p:nvPr>
        </p:nvSpPr>
        <p:spPr>
          <a:xfrm>
            <a:off x="3328318" y="165926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4" name="內容版面配置區 42"/>
          <p:cNvSpPr>
            <a:spLocks noGrp="1"/>
          </p:cNvSpPr>
          <p:nvPr>
            <p:ph sz="quarter" idx="12"/>
          </p:nvPr>
        </p:nvSpPr>
        <p:spPr>
          <a:xfrm>
            <a:off x="3328318" y="2687977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5" name="內容版面配置區 42"/>
          <p:cNvSpPr>
            <a:spLocks noGrp="1"/>
          </p:cNvSpPr>
          <p:nvPr>
            <p:ph sz="quarter" idx="13"/>
          </p:nvPr>
        </p:nvSpPr>
        <p:spPr>
          <a:xfrm>
            <a:off x="3328318" y="3748412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6" name="內容版面配置區 42"/>
          <p:cNvSpPr>
            <a:spLocks noGrp="1"/>
          </p:cNvSpPr>
          <p:nvPr>
            <p:ph sz="quarter" idx="14"/>
          </p:nvPr>
        </p:nvSpPr>
        <p:spPr>
          <a:xfrm>
            <a:off x="3328318" y="4743349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7" name="內容版面配置區 42"/>
          <p:cNvSpPr>
            <a:spLocks noGrp="1"/>
          </p:cNvSpPr>
          <p:nvPr>
            <p:ph sz="quarter" idx="15"/>
          </p:nvPr>
        </p:nvSpPr>
        <p:spPr>
          <a:xfrm>
            <a:off x="3328317" y="5788541"/>
            <a:ext cx="6550025" cy="739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6" hasCustomPrompt="1"/>
          </p:nvPr>
        </p:nvSpPr>
        <p:spPr>
          <a:xfrm>
            <a:off x="2401952" y="1726832"/>
            <a:ext cx="528637" cy="523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0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2391862" y="2757394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1" name="文字版面配置區 2"/>
          <p:cNvSpPr>
            <a:spLocks noGrp="1"/>
          </p:cNvSpPr>
          <p:nvPr>
            <p:ph type="body" sz="quarter" idx="18" hasCustomPrompt="1"/>
          </p:nvPr>
        </p:nvSpPr>
        <p:spPr>
          <a:xfrm>
            <a:off x="2391862" y="3793718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2" name="文字版面配置區 2"/>
          <p:cNvSpPr>
            <a:spLocks noGrp="1"/>
          </p:cNvSpPr>
          <p:nvPr>
            <p:ph type="body" sz="quarter" idx="19" hasCustomPrompt="1"/>
          </p:nvPr>
        </p:nvSpPr>
        <p:spPr>
          <a:xfrm>
            <a:off x="2391862" y="4830039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48" name="文字版面配置區 2"/>
          <p:cNvSpPr>
            <a:spLocks noGrp="1"/>
          </p:cNvSpPr>
          <p:nvPr>
            <p:ph type="body" sz="quarter" idx="20" hasCustomPrompt="1"/>
          </p:nvPr>
        </p:nvSpPr>
        <p:spPr>
          <a:xfrm>
            <a:off x="2391862" y="5848944"/>
            <a:ext cx="515938" cy="46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N</a:t>
            </a:r>
            <a:endParaRPr lang="zh-TW" altLang="en-US" dirty="0"/>
          </a:p>
        </p:txBody>
      </p:sp>
      <p:sp>
        <p:nvSpPr>
          <p:cNvPr id="29" name="Holder 2">
            <a:extLst>
              <a:ext uri="{FF2B5EF4-FFF2-40B4-BE49-F238E27FC236}">
                <a16:creationId xmlns:a16="http://schemas.microsoft.com/office/drawing/2014/main" id="{D0C81720-BED5-4008-A418-A7CB51DB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09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4" y="17756"/>
            <a:ext cx="12192000" cy="6858000"/>
          </a:xfrm>
          <a:prstGeom prst="rect">
            <a:avLst/>
          </a:prstGeom>
        </p:spPr>
      </p:pic>
      <p:sp>
        <p:nvSpPr>
          <p:cNvPr id="24" name="文字版面配置區 23"/>
          <p:cNvSpPr>
            <a:spLocks noGrp="1"/>
          </p:cNvSpPr>
          <p:nvPr>
            <p:ph type="body" sz="quarter" idx="14"/>
          </p:nvPr>
        </p:nvSpPr>
        <p:spPr>
          <a:xfrm>
            <a:off x="508000" y="1322560"/>
            <a:ext cx="8946718" cy="678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70AD4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</p:txBody>
      </p:sp>
      <p:sp>
        <p:nvSpPr>
          <p:cNvPr id="26" name="文字版面配置區 25"/>
          <p:cNvSpPr>
            <a:spLocks noGrp="1"/>
          </p:cNvSpPr>
          <p:nvPr>
            <p:ph type="body" sz="quarter" idx="15"/>
          </p:nvPr>
        </p:nvSpPr>
        <p:spPr>
          <a:xfrm>
            <a:off x="508000" y="1975559"/>
            <a:ext cx="7920038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endParaRPr lang="zh-TW" altLang="en-US" dirty="0"/>
          </a:p>
        </p:txBody>
      </p:sp>
      <p:sp>
        <p:nvSpPr>
          <p:cNvPr id="28" name="文字版面配置區 27"/>
          <p:cNvSpPr>
            <a:spLocks noGrp="1"/>
          </p:cNvSpPr>
          <p:nvPr>
            <p:ph type="body" sz="quarter" idx="16"/>
          </p:nvPr>
        </p:nvSpPr>
        <p:spPr>
          <a:xfrm>
            <a:off x="508000" y="2506832"/>
            <a:ext cx="7920038" cy="428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編輯母片文字樣式</a:t>
            </a:r>
          </a:p>
          <a:p>
            <a:pPr lvl="0"/>
            <a:endParaRPr lang="zh-TW" altLang="en-US" dirty="0"/>
          </a:p>
        </p:txBody>
      </p:sp>
      <p:sp>
        <p:nvSpPr>
          <p:cNvPr id="32" name="文字版面配置區 23"/>
          <p:cNvSpPr>
            <a:spLocks noGrp="1"/>
          </p:cNvSpPr>
          <p:nvPr>
            <p:ph type="body" sz="quarter" idx="17"/>
          </p:nvPr>
        </p:nvSpPr>
        <p:spPr>
          <a:xfrm>
            <a:off x="508000" y="3151128"/>
            <a:ext cx="8946718" cy="678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70AD4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</p:txBody>
      </p:sp>
      <p:sp>
        <p:nvSpPr>
          <p:cNvPr id="33" name="文字版面配置區 25"/>
          <p:cNvSpPr>
            <a:spLocks noGrp="1"/>
          </p:cNvSpPr>
          <p:nvPr>
            <p:ph type="body" sz="quarter" idx="18"/>
          </p:nvPr>
        </p:nvSpPr>
        <p:spPr>
          <a:xfrm>
            <a:off x="508000" y="3804127"/>
            <a:ext cx="7920038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endParaRPr lang="zh-TW" altLang="en-US" dirty="0"/>
          </a:p>
        </p:txBody>
      </p:sp>
      <p:sp>
        <p:nvSpPr>
          <p:cNvPr id="34" name="文字版面配置區 27"/>
          <p:cNvSpPr>
            <a:spLocks noGrp="1"/>
          </p:cNvSpPr>
          <p:nvPr>
            <p:ph type="body" sz="quarter" idx="19"/>
          </p:nvPr>
        </p:nvSpPr>
        <p:spPr>
          <a:xfrm>
            <a:off x="508000" y="4335400"/>
            <a:ext cx="7920038" cy="428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編輯母片文字樣式</a:t>
            </a:r>
          </a:p>
          <a:p>
            <a:pPr lvl="0"/>
            <a:endParaRPr lang="zh-TW" altLang="en-US" dirty="0"/>
          </a:p>
        </p:txBody>
      </p:sp>
      <p:sp>
        <p:nvSpPr>
          <p:cNvPr id="35" name="文字版面配置區 23"/>
          <p:cNvSpPr>
            <a:spLocks noGrp="1"/>
          </p:cNvSpPr>
          <p:nvPr>
            <p:ph type="body" sz="quarter" idx="20"/>
          </p:nvPr>
        </p:nvSpPr>
        <p:spPr>
          <a:xfrm>
            <a:off x="508000" y="4999510"/>
            <a:ext cx="8946718" cy="678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70AD4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</p:txBody>
      </p:sp>
      <p:sp>
        <p:nvSpPr>
          <p:cNvPr id="36" name="文字版面配置區 25"/>
          <p:cNvSpPr>
            <a:spLocks noGrp="1"/>
          </p:cNvSpPr>
          <p:nvPr>
            <p:ph type="body" sz="quarter" idx="21"/>
          </p:nvPr>
        </p:nvSpPr>
        <p:spPr>
          <a:xfrm>
            <a:off x="508000" y="5652509"/>
            <a:ext cx="7920038" cy="485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endParaRPr lang="zh-TW" altLang="en-US" dirty="0"/>
          </a:p>
        </p:txBody>
      </p:sp>
      <p:sp>
        <p:nvSpPr>
          <p:cNvPr id="37" name="文字版面配置區 27"/>
          <p:cNvSpPr>
            <a:spLocks noGrp="1"/>
          </p:cNvSpPr>
          <p:nvPr>
            <p:ph type="body" sz="quarter" idx="22"/>
          </p:nvPr>
        </p:nvSpPr>
        <p:spPr>
          <a:xfrm>
            <a:off x="508000" y="6183782"/>
            <a:ext cx="7920038" cy="428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編輯母片文字樣式</a:t>
            </a:r>
          </a:p>
          <a:p>
            <a:pPr lvl="0"/>
            <a:endParaRPr lang="zh-TW" altLang="en-US" dirty="0"/>
          </a:p>
        </p:txBody>
      </p:sp>
      <p:sp>
        <p:nvSpPr>
          <p:cNvPr id="46" name="投影片編號版面配置區 45"/>
          <p:cNvSpPr>
            <a:spLocks noGrp="1"/>
          </p:cNvSpPr>
          <p:nvPr>
            <p:ph type="sldNum" sz="quarter" idx="26"/>
          </p:nvPr>
        </p:nvSpPr>
        <p:spPr>
          <a:xfrm>
            <a:off x="91166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2000" kern="1200">
                <a:solidFill>
                  <a:srgbClr val="70AD4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497A2D-E3E8-B34E-8E9D-F565D7895C7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14" name="Holder 2">
            <a:extLst>
              <a:ext uri="{FF2B5EF4-FFF2-40B4-BE49-F238E27FC236}">
                <a16:creationId xmlns:a16="http://schemas.microsoft.com/office/drawing/2014/main" id="{FEBA7238-18FE-4507-B92E-A2867F3DD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816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4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0952" y="1124745"/>
            <a:ext cx="10701447" cy="50405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3200" b="0" i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en-US" altLang="zh-TW" dirty="0"/>
              <a:t>	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073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0952" y="1124745"/>
            <a:ext cx="10701447" cy="5040560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86780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6ECF0F-142D-4648-8C93-D724A7EA3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8BD6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9C287F6-F2BB-42DA-912C-6CACE1B92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</p:spTree>
    <p:extLst>
      <p:ext uri="{BB962C8B-B14F-4D97-AF65-F5344CB8AC3E}">
        <p14:creationId xmlns:p14="http://schemas.microsoft.com/office/powerpoint/2010/main" val="72395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06121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12776"/>
            <a:ext cx="5384800" cy="4680520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914400" indent="-457200">
              <a:buFont typeface="Arial" panose="020B0604020202020204" pitchFamily="34" charset="0"/>
              <a:buChar char="•"/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371600" indent="-457200">
              <a:buFont typeface="Arial" panose="020B0604020202020204" pitchFamily="34" charset="0"/>
              <a:buChar char="•"/>
              <a:defRPr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7145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1717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2776"/>
            <a:ext cx="5384800" cy="468052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914400" indent="-457200">
              <a:buFont typeface="Arial" panose="020B0604020202020204" pitchFamily="34" charset="0"/>
              <a:buChar char="•"/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371600" indent="-457200">
              <a:buFont typeface="Arial" panose="020B0604020202020204" pitchFamily="34" charset="0"/>
              <a:buChar char="•"/>
              <a:defRPr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7145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1717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85678DE5-3879-4C14-91CC-86B04DAF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2112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>
            <a:picLocks noChangeAspect="1"/>
          </p:cNvPicPr>
          <p:nvPr/>
        </p:nvPicPr>
        <p:blipFill rotWithShape="1">
          <a:blip r:embed="rId2" cstate="print"/>
          <a:srcRect r="59375" b="16764"/>
          <a:stretch/>
        </p:blipFill>
        <p:spPr>
          <a:xfrm flipH="1">
            <a:off x="6736080" y="868783"/>
            <a:ext cx="5455916" cy="598120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56E034-2AA8-45BA-9DF0-0F93DF718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825" y="1327051"/>
            <a:ext cx="5384800" cy="4680520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914400" indent="-457200">
              <a:buFont typeface="Arial" panose="020B0604020202020204" pitchFamily="34" charset="0"/>
              <a:buChar char="•"/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371600" indent="-457200">
              <a:buFont typeface="Arial" panose="020B0604020202020204" pitchFamily="34" charset="0"/>
              <a:buChar char="•"/>
              <a:defRPr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7145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1717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8C177EA0-25D1-4986-837F-D9353354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53" y="116632"/>
            <a:ext cx="10701447" cy="677108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0" i="0">
                <a:solidFill>
                  <a:srgbClr val="008BD6"/>
                </a:solidFill>
                <a:latin typeface="Microsoft JhengHei"/>
                <a:cs typeface="Microsoft JhengHei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3891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>
            <a:picLocks noChangeAspect="1"/>
          </p:cNvPicPr>
          <p:nvPr/>
        </p:nvPicPr>
        <p:blipFill rotWithShape="1">
          <a:blip r:embed="rId2" cstate="print"/>
          <a:srcRect r="59375" b="16764"/>
          <a:stretch/>
        </p:blipFill>
        <p:spPr>
          <a:xfrm flipH="1">
            <a:off x="5943596" y="0"/>
            <a:ext cx="6248400" cy="684998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56E034-2AA8-45BA-9DF0-0F93DF718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825" y="1327051"/>
            <a:ext cx="5384800" cy="4680520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914400" indent="-457200">
              <a:buFont typeface="Arial" panose="020B0604020202020204" pitchFamily="34" charset="0"/>
              <a:buChar char="•"/>
              <a:defRPr sz="3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371600" indent="-457200">
              <a:buFont typeface="Arial" panose="020B0604020202020204" pitchFamily="34" charset="0"/>
              <a:buChar char="•"/>
              <a:defRPr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7145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2171700" indent="-342900">
              <a:buFont typeface="Arial" panose="020B0604020202020204" pitchFamily="34" charset="0"/>
              <a:buChar char="•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50820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55FC088-8510-4C71-831A-D05443BD0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4" t="1035" r="970" b="1100"/>
          <a:stretch/>
        </p:blipFill>
        <p:spPr>
          <a:xfrm>
            <a:off x="-36283" y="0"/>
            <a:ext cx="122282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60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6819" y="1143050"/>
            <a:ext cx="10878575" cy="7284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737" b="1">
                <a:solidFill>
                  <a:srgbClr val="216602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390997" indent="0" algn="ctr">
              <a:buNone/>
              <a:defRPr sz="1710"/>
            </a:lvl2pPr>
            <a:lvl3pPr marL="781995" indent="0" algn="ctr">
              <a:buNone/>
              <a:defRPr sz="1539"/>
            </a:lvl3pPr>
            <a:lvl4pPr marL="1172992" indent="0" algn="ctr">
              <a:buNone/>
              <a:defRPr sz="1368"/>
            </a:lvl4pPr>
            <a:lvl5pPr marL="1563990" indent="0" algn="ctr">
              <a:buNone/>
              <a:defRPr sz="1368"/>
            </a:lvl5pPr>
            <a:lvl6pPr marL="1954987" indent="0" algn="ctr">
              <a:buNone/>
              <a:defRPr sz="1368"/>
            </a:lvl6pPr>
            <a:lvl7pPr marL="2345985" indent="0" algn="ctr">
              <a:buNone/>
              <a:defRPr sz="1368"/>
            </a:lvl7pPr>
            <a:lvl8pPr marL="2736982" indent="0" algn="ctr">
              <a:buNone/>
              <a:defRPr sz="1368"/>
            </a:lvl8pPr>
            <a:lvl9pPr marL="3127980" indent="0" algn="ctr">
              <a:buNone/>
              <a:defRPr sz="1368"/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3"/>
          </p:nvPr>
        </p:nvSpPr>
        <p:spPr>
          <a:xfrm>
            <a:off x="656819" y="1984068"/>
            <a:ext cx="10878575" cy="37811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24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390997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2pPr>
            <a:lvl3pPr marL="781995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3pPr>
            <a:lvl4pPr marL="1172992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4pPr>
            <a:lvl5pPr marL="1563990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5pPr>
            <a:lvl6pPr marL="1954987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6pPr>
            <a:lvl7pPr marL="2345985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7pPr>
            <a:lvl8pPr marL="2736982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8pPr>
            <a:lvl9pPr marL="3127980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2858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標+內文(含列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6819" y="1143050"/>
            <a:ext cx="10878575" cy="7284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737" b="1">
                <a:solidFill>
                  <a:srgbClr val="216602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390997" indent="0" algn="ctr">
              <a:buNone/>
              <a:defRPr sz="1710"/>
            </a:lvl2pPr>
            <a:lvl3pPr marL="781995" indent="0" algn="ctr">
              <a:buNone/>
              <a:defRPr sz="1539"/>
            </a:lvl3pPr>
            <a:lvl4pPr marL="1172992" indent="0" algn="ctr">
              <a:buNone/>
              <a:defRPr sz="1368"/>
            </a:lvl4pPr>
            <a:lvl5pPr marL="1563990" indent="0" algn="ctr">
              <a:buNone/>
              <a:defRPr sz="1368"/>
            </a:lvl5pPr>
            <a:lvl6pPr marL="1954987" indent="0" algn="ctr">
              <a:buNone/>
              <a:defRPr sz="1368"/>
            </a:lvl6pPr>
            <a:lvl7pPr marL="2345985" indent="0" algn="ctr">
              <a:buNone/>
              <a:defRPr sz="1368"/>
            </a:lvl7pPr>
            <a:lvl8pPr marL="2736982" indent="0" algn="ctr">
              <a:buNone/>
              <a:defRPr sz="1368"/>
            </a:lvl8pPr>
            <a:lvl9pPr marL="3127980" indent="0" algn="ctr">
              <a:buNone/>
              <a:defRPr sz="1368"/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063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項目-列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3763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417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830605" y="1131529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6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6188929" y="1131529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9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830605" y="3896619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10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6188929" y="3896619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4687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圖2+副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11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830605" y="2449391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12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6188929" y="2449391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656819" y="1143051"/>
            <a:ext cx="10878575" cy="1499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37" b="1">
                <a:solidFill>
                  <a:srgbClr val="216602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390997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2pPr>
            <a:lvl3pPr marL="781995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3pPr>
            <a:lvl4pPr marL="1172992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4pPr>
            <a:lvl5pPr marL="1563990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5pPr>
            <a:lvl6pPr marL="1954987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6pPr>
            <a:lvl7pPr marL="2345985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7pPr>
            <a:lvl8pPr marL="2736982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8pPr>
            <a:lvl9pPr marL="3127980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副標</a:t>
            </a:r>
          </a:p>
        </p:txBody>
      </p:sp>
    </p:spTree>
    <p:extLst>
      <p:ext uri="{BB962C8B-B14F-4D97-AF65-F5344CB8AC3E}">
        <p14:creationId xmlns:p14="http://schemas.microsoft.com/office/powerpoint/2010/main" val="3842595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11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830605" y="2449391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12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6188929" y="2449391"/>
            <a:ext cx="5232979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</p:spTree>
    <p:extLst>
      <p:ext uri="{BB962C8B-B14F-4D97-AF65-F5344CB8AC3E}">
        <p14:creationId xmlns:p14="http://schemas.microsoft.com/office/powerpoint/2010/main" val="7752399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圖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68379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/>
        </p:nvSpPr>
        <p:spPr>
          <a:xfrm>
            <a:off x="888531" y="1213727"/>
            <a:ext cx="10392915" cy="5280786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39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6934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圖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29859" y="1223698"/>
            <a:ext cx="4315624" cy="5237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gradFill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39"/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406820B9-AF6C-4DCE-8912-7AA7FFCAC5A9}"/>
              </a:ext>
            </a:extLst>
          </p:cNvPr>
          <p:cNvSpPr>
            <a:spLocks noChangeAspect="1"/>
          </p:cNvSpPr>
          <p:nvPr/>
        </p:nvSpPr>
        <p:spPr>
          <a:xfrm>
            <a:off x="6372062" y="1223698"/>
            <a:ext cx="4023019" cy="2514708"/>
          </a:xfrm>
          <a:prstGeom prst="roundRect">
            <a:avLst>
              <a:gd name="adj" fmla="val 0"/>
            </a:avLst>
          </a:prstGeom>
          <a:blipFill>
            <a:blip r:embed="rId3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1539" dirty="0"/>
              <a:t> </a:t>
            </a:r>
            <a:endParaRPr lang="zh-CN" altLang="en-US" sz="1539" dirty="0"/>
          </a:p>
        </p:txBody>
      </p:sp>
      <p:sp>
        <p:nvSpPr>
          <p:cNvPr id="9" name="矩形: 圆角 7">
            <a:extLst>
              <a:ext uri="{FF2B5EF4-FFF2-40B4-BE49-F238E27FC236}">
                <a16:creationId xmlns:a16="http://schemas.microsoft.com/office/drawing/2014/main" id="{406820B9-AF6C-4DCE-8912-7AA7FFCAC5A9}"/>
              </a:ext>
            </a:extLst>
          </p:cNvPr>
          <p:cNvSpPr>
            <a:spLocks noChangeAspect="1"/>
          </p:cNvSpPr>
          <p:nvPr/>
        </p:nvSpPr>
        <p:spPr>
          <a:xfrm>
            <a:off x="6372062" y="3946861"/>
            <a:ext cx="4023019" cy="2514708"/>
          </a:xfrm>
          <a:prstGeom prst="roundRect">
            <a:avLst>
              <a:gd name="adj" fmla="val 0"/>
            </a:avLst>
          </a:prstGeom>
          <a:blipFill>
            <a:blip r:embed="rId3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203" tIns="39101" rIns="78203" bIns="391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1539" dirty="0"/>
              <a:t> </a:t>
            </a:r>
            <a:endParaRPr lang="zh-CN" altLang="en-US" sz="1539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1989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4"/>
            <a:ext cx="11332277" cy="688507"/>
          </a:xfrm>
          <a:prstGeom prst="rect">
            <a:avLst/>
          </a:prstGeom>
        </p:spPr>
        <p:txBody>
          <a:bodyPr anchor="ctr"/>
          <a:lstStyle>
            <a:lvl1pPr algn="l">
              <a:defRPr sz="4000" b="1" spc="2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256207" y="1223698"/>
            <a:ext cx="4315624" cy="5237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gradFill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39"/>
          </a:p>
        </p:txBody>
      </p:sp>
      <p:sp>
        <p:nvSpPr>
          <p:cNvPr id="11" name="矩形 10"/>
          <p:cNvSpPr/>
          <p:nvPr/>
        </p:nvSpPr>
        <p:spPr>
          <a:xfrm>
            <a:off x="1714003" y="1223698"/>
            <a:ext cx="4315624" cy="5237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gradFill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39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5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12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fld id="{5BBEAD13-0566-4C6C-97E7-55F17F24B09F}" type="datetimeFigureOut">
              <a:rPr lang="zh-TW" altLang="en-US" smtClean="0"/>
              <a:t>2026/6/27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470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0150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454828" y="3611152"/>
            <a:ext cx="5641809" cy="138018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276" b="1" spc="257">
                <a:solidFill>
                  <a:srgbClr val="2B830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90997" indent="0" algn="ctr">
              <a:buNone/>
              <a:defRPr sz="1710"/>
            </a:lvl2pPr>
            <a:lvl3pPr marL="781995" indent="0" algn="ctr">
              <a:buNone/>
              <a:defRPr sz="1539"/>
            </a:lvl3pPr>
            <a:lvl4pPr marL="1172992" indent="0" algn="ctr">
              <a:buNone/>
              <a:defRPr sz="1368"/>
            </a:lvl4pPr>
            <a:lvl5pPr marL="1563990" indent="0" algn="ctr">
              <a:buNone/>
              <a:defRPr sz="1368"/>
            </a:lvl5pPr>
            <a:lvl6pPr marL="1954987" indent="0" algn="ctr">
              <a:buNone/>
              <a:defRPr sz="1368"/>
            </a:lvl6pPr>
            <a:lvl7pPr marL="2345985" indent="0" algn="ctr">
              <a:buNone/>
              <a:defRPr sz="1368"/>
            </a:lvl7pPr>
            <a:lvl8pPr marL="2736982" indent="0" algn="ctr">
              <a:buNone/>
              <a:defRPr sz="1368"/>
            </a:lvl8pPr>
            <a:lvl9pPr marL="3127980" indent="0" algn="ctr">
              <a:buNone/>
              <a:defRPr sz="1368"/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10" name="文字版面配置區 2"/>
          <p:cNvSpPr>
            <a:spLocks noGrp="1"/>
          </p:cNvSpPr>
          <p:nvPr>
            <p:ph type="body" idx="10"/>
          </p:nvPr>
        </p:nvSpPr>
        <p:spPr>
          <a:xfrm>
            <a:off x="6454828" y="5075325"/>
            <a:ext cx="5641809" cy="1499197"/>
          </a:xfrm>
          <a:prstGeom prst="rect">
            <a:avLst/>
          </a:prstGeom>
        </p:spPr>
        <p:txBody>
          <a:bodyPr/>
          <a:lstStyle>
            <a:lvl1pPr marL="390997" marR="0" indent="-390997" algn="l" defTabSz="781995" rtl="0" eaLnBrk="1" fontAlgn="auto" latinLnBrk="0" hangingPunct="1">
              <a:lnSpc>
                <a:spcPct val="90000"/>
              </a:lnSpc>
              <a:spcBef>
                <a:spcPts val="85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710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390997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2pPr>
            <a:lvl3pPr marL="781995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3pPr>
            <a:lvl4pPr marL="1172992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4pPr>
            <a:lvl5pPr marL="1563990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5pPr>
            <a:lvl6pPr marL="1954987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6pPr>
            <a:lvl7pPr marL="2345985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7pPr>
            <a:lvl8pPr marL="2736982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8pPr>
            <a:lvl9pPr marL="3127980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9572357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6818" y="1143050"/>
            <a:ext cx="10878574" cy="7284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03" b="1">
                <a:solidFill>
                  <a:srgbClr val="216602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14772" indent="0" algn="ctr">
              <a:buNone/>
              <a:defRPr sz="1814"/>
            </a:lvl2pPr>
            <a:lvl3pPr marL="829544" indent="0" algn="ctr">
              <a:buNone/>
              <a:defRPr sz="1633"/>
            </a:lvl3pPr>
            <a:lvl4pPr marL="1244316" indent="0" algn="ctr">
              <a:buNone/>
              <a:defRPr sz="1452"/>
            </a:lvl4pPr>
            <a:lvl5pPr marL="1659087" indent="0" algn="ctr">
              <a:buNone/>
              <a:defRPr sz="1452"/>
            </a:lvl5pPr>
            <a:lvl6pPr marL="2073859" indent="0" algn="ctr">
              <a:buNone/>
              <a:defRPr sz="1452"/>
            </a:lvl6pPr>
            <a:lvl7pPr marL="2488631" indent="0" algn="ctr">
              <a:buNone/>
              <a:defRPr sz="1452"/>
            </a:lvl7pPr>
            <a:lvl8pPr marL="2903403" indent="0" algn="ctr">
              <a:buNone/>
              <a:defRPr sz="1452"/>
            </a:lvl8pPr>
            <a:lvl9pPr marL="3318175" indent="0" algn="ctr">
              <a:buNone/>
              <a:defRPr sz="1452"/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3"/>
          </p:nvPr>
        </p:nvSpPr>
        <p:spPr>
          <a:xfrm>
            <a:off x="656818" y="1984068"/>
            <a:ext cx="10878574" cy="37811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59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14772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2pPr>
            <a:lvl3pPr marL="829544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244316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4pPr>
            <a:lvl5pPr marL="1659087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5pPr>
            <a:lvl6pPr marL="2073859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6pPr>
            <a:lvl7pPr marL="2488631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7pPr>
            <a:lvl8pPr marL="2903403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8pPr>
            <a:lvl9pPr marL="3318175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005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標+內文(含列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6818" y="1143050"/>
            <a:ext cx="10878574" cy="7284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03" b="1">
                <a:solidFill>
                  <a:srgbClr val="216602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14772" indent="0" algn="ctr">
              <a:buNone/>
              <a:defRPr sz="1814"/>
            </a:lvl2pPr>
            <a:lvl3pPr marL="829544" indent="0" algn="ctr">
              <a:buNone/>
              <a:defRPr sz="1633"/>
            </a:lvl3pPr>
            <a:lvl4pPr marL="1244316" indent="0" algn="ctr">
              <a:buNone/>
              <a:defRPr sz="1452"/>
            </a:lvl4pPr>
            <a:lvl5pPr marL="1659087" indent="0" algn="ctr">
              <a:buNone/>
              <a:defRPr sz="1452"/>
            </a:lvl5pPr>
            <a:lvl6pPr marL="2073859" indent="0" algn="ctr">
              <a:buNone/>
              <a:defRPr sz="1452"/>
            </a:lvl6pPr>
            <a:lvl7pPr marL="2488631" indent="0" algn="ctr">
              <a:buNone/>
              <a:defRPr sz="1452"/>
            </a:lvl7pPr>
            <a:lvl8pPr marL="2903403" indent="0" algn="ctr">
              <a:buNone/>
              <a:defRPr sz="1452"/>
            </a:lvl8pPr>
            <a:lvl9pPr marL="3318175" indent="0" algn="ctr">
              <a:buNone/>
              <a:defRPr sz="1452"/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1"/>
          </p:nvPr>
        </p:nvSpPr>
        <p:spPr>
          <a:xfrm>
            <a:off x="656820" y="1892474"/>
            <a:ext cx="10878574" cy="4350697"/>
          </a:xfrm>
          <a:prstGeom prst="rect">
            <a:avLst/>
          </a:prstGeom>
        </p:spPr>
        <p:txBody>
          <a:bodyPr/>
          <a:lstStyle>
            <a:lvl1pPr marL="207386" indent="-207386">
              <a:buFont typeface="Wingdings" panose="05000000000000000000" pitchFamily="2" charset="2"/>
              <a:buChar char="l"/>
              <a:defRPr sz="2359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622158" indent="-207386">
              <a:buFont typeface="Wingdings" panose="05000000000000000000" pitchFamily="2" charset="2"/>
              <a:buChar char="l"/>
              <a:defRPr sz="1814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1036930" indent="-207386">
              <a:buFont typeface="Wingdings" panose="05000000000000000000" pitchFamily="2" charset="2"/>
              <a:buChar char="l"/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451701" indent="-207386">
              <a:buFont typeface="Wingdings" panose="05000000000000000000" pitchFamily="2" charset="2"/>
              <a:buChar char="l"/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1866473" indent="-207386">
              <a:buFont typeface="Wingdings" panose="05000000000000000000" pitchFamily="2" charset="2"/>
              <a:buChar char="l"/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62421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項目-列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3"/>
          </p:nvPr>
        </p:nvSpPr>
        <p:spPr>
          <a:xfrm>
            <a:off x="656820" y="1143049"/>
            <a:ext cx="10878574" cy="5103290"/>
          </a:xfrm>
          <a:prstGeom prst="rect">
            <a:avLst/>
          </a:prstGeom>
        </p:spPr>
        <p:txBody>
          <a:bodyPr/>
          <a:lstStyle>
            <a:lvl1pPr marL="311079" marR="0" indent="-311079" algn="l" defTabSz="829544" rtl="0" eaLnBrk="1" fontAlgn="auto" latinLnBrk="0" hangingPunct="1">
              <a:lnSpc>
                <a:spcPct val="100000"/>
              </a:lnSpc>
              <a:spcBef>
                <a:spcPts val="907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1814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14772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2pPr>
            <a:lvl3pPr marL="829544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244316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4pPr>
            <a:lvl5pPr marL="1659087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5pPr>
            <a:lvl6pPr marL="2073859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6pPr>
            <a:lvl7pPr marL="2488631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7pPr>
            <a:lvl8pPr marL="2903403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8pPr>
            <a:lvl9pPr marL="3318175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7069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830605" y="1131529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6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6188930" y="1131529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9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830605" y="3896619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10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6188930" y="3896619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42207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2+副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  <p:sp>
        <p:nvSpPr>
          <p:cNvPr id="11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830605" y="2449391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12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6188930" y="2449391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656820" y="1143050"/>
            <a:ext cx="10878574" cy="1499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3" b="1">
                <a:solidFill>
                  <a:srgbClr val="216602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14772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2pPr>
            <a:lvl3pPr marL="829544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244316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4pPr>
            <a:lvl5pPr marL="1659087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5pPr>
            <a:lvl6pPr marL="2073859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6pPr>
            <a:lvl7pPr marL="2488631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7pPr>
            <a:lvl8pPr marL="2903403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8pPr>
            <a:lvl9pPr marL="3318175" indent="0">
              <a:buNone/>
              <a:defRPr sz="14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副標</a:t>
            </a:r>
          </a:p>
        </p:txBody>
      </p:sp>
    </p:spTree>
    <p:extLst>
      <p:ext uri="{BB962C8B-B14F-4D97-AF65-F5344CB8AC3E}">
        <p14:creationId xmlns:p14="http://schemas.microsoft.com/office/powerpoint/2010/main" val="592885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  <p:sp>
        <p:nvSpPr>
          <p:cNvPr id="11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830605" y="2449391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12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6188930" y="2449391"/>
            <a:ext cx="5232978" cy="2658950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</p:spTree>
    <p:extLst>
      <p:ext uri="{BB962C8B-B14F-4D97-AF65-F5344CB8AC3E}">
        <p14:creationId xmlns:p14="http://schemas.microsoft.com/office/powerpoint/2010/main" val="30509380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矩形: 圆角 6">
            <a:extLst>
              <a:ext uri="{FF2B5EF4-FFF2-40B4-BE49-F238E27FC236}">
                <a16:creationId xmlns:a16="http://schemas.microsoft.com/office/drawing/2014/main" id="{11B429A5-3B60-44C2-91EE-608E18BC5BC9}"/>
              </a:ext>
            </a:extLst>
          </p:cNvPr>
          <p:cNvSpPr/>
          <p:nvPr userDrawn="1"/>
        </p:nvSpPr>
        <p:spPr>
          <a:xfrm>
            <a:off x="888531" y="1213727"/>
            <a:ext cx="10392915" cy="5280786"/>
          </a:xfrm>
          <a:prstGeom prst="roundRect">
            <a:avLst>
              <a:gd name="adj" fmla="val 0"/>
            </a:avLst>
          </a:prstGeom>
          <a:blipFill>
            <a:blip r:embed="rId2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33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8902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1829858" y="1223698"/>
            <a:ext cx="4315624" cy="5237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gradFill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3"/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406820B9-AF6C-4DCE-8912-7AA7FFCAC5A9}"/>
              </a:ext>
            </a:extLst>
          </p:cNvPr>
          <p:cNvSpPr>
            <a:spLocks noChangeAspect="1"/>
          </p:cNvSpPr>
          <p:nvPr userDrawn="1"/>
        </p:nvSpPr>
        <p:spPr>
          <a:xfrm>
            <a:off x="6372062" y="1223698"/>
            <a:ext cx="4023019" cy="2514708"/>
          </a:xfrm>
          <a:prstGeom prst="roundRect">
            <a:avLst>
              <a:gd name="adj" fmla="val 0"/>
            </a:avLst>
          </a:prstGeom>
          <a:blipFill>
            <a:blip r:embed="rId3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1633" dirty="0"/>
              <a:t> </a:t>
            </a:r>
            <a:endParaRPr lang="zh-CN" altLang="en-US" sz="1633" dirty="0"/>
          </a:p>
        </p:txBody>
      </p:sp>
      <p:sp>
        <p:nvSpPr>
          <p:cNvPr id="9" name="矩形: 圆角 7">
            <a:extLst>
              <a:ext uri="{FF2B5EF4-FFF2-40B4-BE49-F238E27FC236}">
                <a16:creationId xmlns:a16="http://schemas.microsoft.com/office/drawing/2014/main" id="{406820B9-AF6C-4DCE-8912-7AA7FFCAC5A9}"/>
              </a:ext>
            </a:extLst>
          </p:cNvPr>
          <p:cNvSpPr>
            <a:spLocks noChangeAspect="1"/>
          </p:cNvSpPr>
          <p:nvPr userDrawn="1"/>
        </p:nvSpPr>
        <p:spPr>
          <a:xfrm>
            <a:off x="6372062" y="3946861"/>
            <a:ext cx="4023019" cy="2514708"/>
          </a:xfrm>
          <a:prstGeom prst="roundRect">
            <a:avLst>
              <a:gd name="adj" fmla="val 0"/>
            </a:avLst>
          </a:prstGeom>
          <a:blipFill>
            <a:blip r:embed="rId3" cstate="print"/>
            <a:stretch>
              <a:fillRect/>
            </a:stretch>
          </a:blipFill>
          <a:ln w="25400">
            <a:gradFill flip="none" rotWithShape="1"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1633" dirty="0"/>
              <a:t> </a:t>
            </a:r>
            <a:endParaRPr lang="zh-CN" altLang="en-US" sz="1633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01512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6820" y="163293"/>
            <a:ext cx="11332278" cy="688507"/>
          </a:xfrm>
          <a:prstGeom prst="rect">
            <a:avLst/>
          </a:prstGeom>
        </p:spPr>
        <p:txBody>
          <a:bodyPr anchor="ctr"/>
          <a:lstStyle>
            <a:lvl1pPr algn="l">
              <a:defRPr sz="3992" b="1" spc="272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6256206" y="1223698"/>
            <a:ext cx="4315624" cy="5237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gradFill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3"/>
          </a:p>
        </p:txBody>
      </p:sp>
      <p:sp>
        <p:nvSpPr>
          <p:cNvPr id="11" name="矩形 10"/>
          <p:cNvSpPr/>
          <p:nvPr userDrawn="1"/>
        </p:nvSpPr>
        <p:spPr>
          <a:xfrm>
            <a:off x="1714003" y="1223698"/>
            <a:ext cx="4315624" cy="5237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25400">
            <a:gradFill>
              <a:gsLst>
                <a:gs pos="0">
                  <a:srgbClr val="96D624"/>
                </a:gs>
                <a:gs pos="46000">
                  <a:srgbClr val="2B8303"/>
                </a:gs>
                <a:gs pos="100000">
                  <a:srgbClr val="8FC31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3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59484" y="6406599"/>
            <a:ext cx="6544097" cy="229618"/>
          </a:xfrm>
          <a:prstGeom prst="rect">
            <a:avLst/>
          </a:prstGeom>
        </p:spPr>
        <p:txBody>
          <a:bodyPr/>
          <a:lstStyle>
            <a:lvl1pPr algn="r">
              <a:defRPr sz="1179">
                <a:solidFill>
                  <a:srgbClr val="2B830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TW" altLang="en-US"/>
              <a:t>資料來源</a:t>
            </a:r>
            <a:r>
              <a:rPr lang="en-US" altLang="zh-TW"/>
              <a:t>+</a:t>
            </a:r>
            <a:r>
              <a:rPr lang="zh-TW" altLang="en-US"/>
              <a:t>小字說明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3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38125" y="293687"/>
            <a:ext cx="11715750" cy="62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0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62" r:id="rId12"/>
    <p:sldLayoutId id="2147483691" r:id="rId13"/>
    <p:sldLayoutId id="2147483667" r:id="rId14"/>
    <p:sldLayoutId id="2147483663" r:id="rId15"/>
    <p:sldLayoutId id="2147483666" r:id="rId16"/>
    <p:sldLayoutId id="2147483693" r:id="rId17"/>
    <p:sldLayoutId id="2147483694" r:id="rId18"/>
    <p:sldLayoutId id="2147483695" r:id="rId19"/>
  </p:sldLayoutIdLst>
  <p:txStyles>
    <p:titleStyle>
      <a:lvl1pPr eaLnBrk="1" hangingPunct="1">
        <a:defRPr sz="4000" b="0"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eaLnBrk="1" hangingPunct="1">
        <a:defRPr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81"/>
          <p:cNvSpPr/>
          <p:nvPr/>
        </p:nvSpPr>
        <p:spPr bwMode="auto">
          <a:xfrm>
            <a:off x="0" y="361"/>
            <a:ext cx="12192213" cy="6857932"/>
          </a:xfrm>
          <a:prstGeom prst="rect">
            <a:avLst/>
          </a:prstGeom>
          <a:gradFill flip="none" rotWithShape="1">
            <a:gsLst>
              <a:gs pos="92000">
                <a:schemeClr val="bg1">
                  <a:lumMod val="90000"/>
                </a:schemeClr>
              </a:gs>
              <a:gs pos="26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539">
              <a:latin typeface="+mn-lt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0" y="360"/>
            <a:ext cx="12192213" cy="979756"/>
          </a:xfrm>
          <a:prstGeom prst="rect">
            <a:avLst/>
          </a:prstGeom>
          <a:solidFill>
            <a:srgbClr val="2B8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12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08" y="360"/>
            <a:ext cx="589445" cy="979756"/>
          </a:xfrm>
          <a:prstGeom prst="rect">
            <a:avLst/>
          </a:prstGeom>
          <a:solidFill>
            <a:srgbClr val="96D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12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10" y="6695002"/>
            <a:ext cx="12192213" cy="48988"/>
          </a:xfrm>
          <a:prstGeom prst="rect">
            <a:avLst/>
          </a:prstGeom>
          <a:solidFill>
            <a:srgbClr val="96D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12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662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txStyles>
    <p:titleStyle>
      <a:lvl1pPr algn="l" defTabSz="781995" rtl="0" eaLnBrk="1" latinLnBrk="0" hangingPunct="1">
        <a:lnSpc>
          <a:spcPct val="90000"/>
        </a:lnSpc>
        <a:spcBef>
          <a:spcPct val="0"/>
        </a:spcBef>
        <a:buNone/>
        <a:defRPr sz="37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499" indent="-195499" algn="l" defTabSz="781995" rtl="0" eaLnBrk="1" latinLnBrk="0" hangingPunct="1">
        <a:lnSpc>
          <a:spcPct val="90000"/>
        </a:lnSpc>
        <a:spcBef>
          <a:spcPts val="855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1pPr>
      <a:lvl2pPr marL="586496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2pPr>
      <a:lvl3pPr marL="977494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3pPr>
      <a:lvl4pPr marL="1368491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759488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2150486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541483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932481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323478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97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95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992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990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987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985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982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980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434" r="52277" b="29844"/>
          <a:stretch/>
        </p:blipFill>
        <p:spPr>
          <a:xfrm>
            <a:off x="2" y="423060"/>
            <a:ext cx="5980532" cy="4280360"/>
          </a:xfrm>
          <a:prstGeom prst="rect">
            <a:avLst/>
          </a:prstGeom>
        </p:spPr>
      </p:pic>
      <p:cxnSp>
        <p:nvCxnSpPr>
          <p:cNvPr id="10" name="直接连接符 2"/>
          <p:cNvCxnSpPr/>
          <p:nvPr/>
        </p:nvCxnSpPr>
        <p:spPr>
          <a:xfrm>
            <a:off x="6085297" y="3659050"/>
            <a:ext cx="0" cy="3198951"/>
          </a:xfrm>
          <a:prstGeom prst="line">
            <a:avLst/>
          </a:prstGeom>
          <a:ln w="25400">
            <a:solidFill>
              <a:srgbClr val="8FC31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83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hdr="0" dt="0"/>
  <p:txStyles>
    <p:titleStyle>
      <a:lvl1pPr algn="l" defTabSz="781995" rtl="0" eaLnBrk="1" latinLnBrk="0" hangingPunct="1">
        <a:lnSpc>
          <a:spcPct val="90000"/>
        </a:lnSpc>
        <a:spcBef>
          <a:spcPct val="0"/>
        </a:spcBef>
        <a:buNone/>
        <a:defRPr sz="37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499" indent="-195499" algn="l" defTabSz="781995" rtl="0" eaLnBrk="1" latinLnBrk="0" hangingPunct="1">
        <a:lnSpc>
          <a:spcPct val="90000"/>
        </a:lnSpc>
        <a:spcBef>
          <a:spcPts val="855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1pPr>
      <a:lvl2pPr marL="586496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2pPr>
      <a:lvl3pPr marL="977494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3pPr>
      <a:lvl4pPr marL="1368491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759488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2150486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541483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932481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323478" indent="-195499" algn="l" defTabSz="78199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97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95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992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990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987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985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982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980" algn="l" defTabSz="781995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81"/>
          <p:cNvSpPr/>
          <p:nvPr/>
        </p:nvSpPr>
        <p:spPr bwMode="auto">
          <a:xfrm>
            <a:off x="0" y="361"/>
            <a:ext cx="12192213" cy="6857932"/>
          </a:xfrm>
          <a:prstGeom prst="rect">
            <a:avLst/>
          </a:prstGeom>
          <a:gradFill flip="none" rotWithShape="1">
            <a:gsLst>
              <a:gs pos="92000">
                <a:schemeClr val="bg1">
                  <a:lumMod val="90000"/>
                </a:schemeClr>
              </a:gs>
              <a:gs pos="26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33">
              <a:latin typeface="+mn-lt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0" y="360"/>
            <a:ext cx="12192213" cy="979756"/>
          </a:xfrm>
          <a:prstGeom prst="rect">
            <a:avLst/>
          </a:prstGeom>
          <a:solidFill>
            <a:srgbClr val="2B8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16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08" y="360"/>
            <a:ext cx="589445" cy="979756"/>
          </a:xfrm>
          <a:prstGeom prst="rect">
            <a:avLst/>
          </a:prstGeom>
          <a:solidFill>
            <a:srgbClr val="96D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16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10" y="6695002"/>
            <a:ext cx="12192213" cy="48988"/>
          </a:xfrm>
          <a:prstGeom prst="rect">
            <a:avLst/>
          </a:prstGeom>
          <a:solidFill>
            <a:srgbClr val="96D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16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32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  <p:hf hdr="0" dt="0"/>
  <p:txStyles>
    <p:titleStyle>
      <a:lvl1pPr algn="l" defTabSz="829544" rtl="0" eaLnBrk="1" latinLnBrk="0" hangingPunct="1">
        <a:lnSpc>
          <a:spcPct val="90000"/>
        </a:lnSpc>
        <a:spcBef>
          <a:spcPct val="0"/>
        </a:spcBef>
        <a:buNone/>
        <a:defRPr sz="3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386" indent="-207386" algn="l" defTabSz="829544" rtl="0" eaLnBrk="1" latinLnBrk="0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2158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45170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473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1245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017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789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556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72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544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316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087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859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631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3403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175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40C887BF-92F3-407A-A76A-F6F8550B9D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916" y="2237159"/>
            <a:ext cx="6786562" cy="1512683"/>
          </a:xfrm>
        </p:spPr>
        <p:txBody>
          <a:bodyPr/>
          <a:lstStyle/>
          <a:p>
            <a:r>
              <a:rPr lang="zh-TW" altLang="en-US" dirty="0"/>
              <a:t>客戶資料系統</a:t>
            </a:r>
            <a:r>
              <a:rPr lang="en-US" altLang="zh-TW" dirty="0"/>
              <a:t>CRM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CD4000-27E2-49D9-8D62-A539C9D8FC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835" y="3242447"/>
            <a:ext cx="5592763" cy="814388"/>
          </a:xfrm>
        </p:spPr>
        <p:txBody>
          <a:bodyPr/>
          <a:lstStyle/>
          <a:p>
            <a:r>
              <a:rPr lang="zh-TW" altLang="en-US" dirty="0"/>
              <a:t>撰寫者</a:t>
            </a:r>
            <a:r>
              <a:rPr lang="en-US" altLang="zh-TW" dirty="0"/>
              <a:t>:</a:t>
            </a:r>
            <a:r>
              <a:rPr lang="zh-TW" altLang="en-US" dirty="0"/>
              <a:t> 游閔暘</a:t>
            </a:r>
          </a:p>
        </p:txBody>
      </p:sp>
    </p:spTree>
    <p:extLst>
      <p:ext uri="{BB962C8B-B14F-4D97-AF65-F5344CB8AC3E}">
        <p14:creationId xmlns:p14="http://schemas.microsoft.com/office/powerpoint/2010/main" val="2983307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內容版面配置區 24">
            <a:extLst>
              <a:ext uri="{FF2B5EF4-FFF2-40B4-BE49-F238E27FC236}">
                <a16:creationId xmlns:a16="http://schemas.microsoft.com/office/drawing/2014/main" id="{6A8F5B2C-CB47-495D-AC7C-6AB65C0B9B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28318" y="1611136"/>
            <a:ext cx="6550025" cy="739775"/>
          </a:xfrm>
        </p:spPr>
        <p:txBody>
          <a:bodyPr/>
          <a:lstStyle/>
          <a:p>
            <a:r>
              <a:rPr lang="zh-TW" altLang="en-US" dirty="0"/>
              <a:t>顧客建檔與日常營運作業</a:t>
            </a:r>
          </a:p>
        </p:txBody>
      </p:sp>
      <p:sp>
        <p:nvSpPr>
          <p:cNvPr id="26" name="內容版面配置區 25">
            <a:extLst>
              <a:ext uri="{FF2B5EF4-FFF2-40B4-BE49-F238E27FC236}">
                <a16:creationId xmlns:a16="http://schemas.microsoft.com/office/drawing/2014/main" id="{2A8924BE-A82D-4441-8BF9-7E62C7DABA7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28318" y="2623809"/>
            <a:ext cx="6550025" cy="739775"/>
          </a:xfrm>
        </p:spPr>
        <p:txBody>
          <a:bodyPr/>
          <a:lstStyle/>
          <a:p>
            <a:r>
              <a:rPr lang="zh-TW" altLang="en-US" dirty="0"/>
              <a:t>聽力評估與個案照護紀錄</a:t>
            </a:r>
          </a:p>
        </p:txBody>
      </p:sp>
      <p:sp>
        <p:nvSpPr>
          <p:cNvPr id="27" name="內容版面配置區 26">
            <a:extLst>
              <a:ext uri="{FF2B5EF4-FFF2-40B4-BE49-F238E27FC236}">
                <a16:creationId xmlns:a16="http://schemas.microsoft.com/office/drawing/2014/main" id="{5FEE3FE6-DD7B-4210-981D-D0F00214C9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28318" y="3668202"/>
            <a:ext cx="6550025" cy="739775"/>
          </a:xfrm>
        </p:spPr>
        <p:txBody>
          <a:bodyPr/>
          <a:lstStyle/>
          <a:p>
            <a:r>
              <a:rPr lang="zh-TW" altLang="en-US" dirty="0"/>
              <a:t>銷售交易與設備庫存管理</a:t>
            </a:r>
          </a:p>
        </p:txBody>
      </p:sp>
      <p:sp>
        <p:nvSpPr>
          <p:cNvPr id="29" name="文字版面配置區 28">
            <a:extLst>
              <a:ext uri="{FF2B5EF4-FFF2-40B4-BE49-F238E27FC236}">
                <a16:creationId xmlns:a16="http://schemas.microsoft.com/office/drawing/2014/main" id="{7DAEE75F-1CF9-4DB2-BBAD-CC713A1306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2DFC1AD2-7759-4C80-9477-8144295FCE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1" name="文字版面配置區 30">
            <a:extLst>
              <a:ext uri="{FF2B5EF4-FFF2-40B4-BE49-F238E27FC236}">
                <a16:creationId xmlns:a16="http://schemas.microsoft.com/office/drawing/2014/main" id="{D7B8D45E-7D60-45BF-AB85-B0E00A03E2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50258" y="3774699"/>
            <a:ext cx="515938" cy="460375"/>
          </a:xfrm>
        </p:spPr>
        <p:txBody>
          <a:bodyPr/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4" name="標題 3">
            <a:extLst>
              <a:ext uri="{FF2B5EF4-FFF2-40B4-BE49-F238E27FC236}">
                <a16:creationId xmlns:a16="http://schemas.microsoft.com/office/drawing/2014/main" id="{7D98C51A-8B78-43C7-822D-FA14C1D10839}"/>
              </a:ext>
            </a:extLst>
          </p:cNvPr>
          <p:cNvSpPr txBox="1">
            <a:spLocks/>
          </p:cNvSpPr>
          <p:nvPr/>
        </p:nvSpPr>
        <p:spPr>
          <a:xfrm>
            <a:off x="859918" y="210388"/>
            <a:ext cx="11311047" cy="677108"/>
          </a:xfrm>
          <a:prstGeom prst="rect">
            <a:avLst/>
          </a:prstGeom>
        </p:spPr>
        <p:txBody>
          <a:bodyPr/>
          <a:lstStyle>
            <a:lvl1pPr eaLnBrk="1" hangingPunct="1">
              <a:defRPr sz="4000" b="0"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sz="3200" kern="0" dirty="0">
                <a:solidFill>
                  <a:srgbClr val="008BD6"/>
                </a:solidFill>
              </a:rPr>
              <a:t>內容主題大綱</a:t>
            </a:r>
          </a:p>
        </p:txBody>
      </p:sp>
    </p:spTree>
    <p:extLst>
      <p:ext uri="{BB962C8B-B14F-4D97-AF65-F5344CB8AC3E}">
        <p14:creationId xmlns:p14="http://schemas.microsoft.com/office/powerpoint/2010/main" val="111882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103569"/>
      </p:ext>
    </p:extLst>
  </p:cSld>
  <p:clrMapOvr>
    <a:masterClrMapping/>
  </p:clrMapOvr>
</p:sld>
</file>

<file path=ppt/theme/theme1.xml><?xml version="1.0" encoding="utf-8"?>
<a:theme xmlns:a="http://schemas.openxmlformats.org/drawingml/2006/main" name="大樹母片範本">
  <a:themeElements>
    <a:clrScheme name="綠黃色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訂 1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大樹範本" id="{C842A03F-E4A8-4966-B2A1-D31D52043C83}" vid="{791D7031-D655-4E8B-83BC-6826A3411385}"/>
    </a:ext>
  </a:extLst>
</a:theme>
</file>

<file path=ppt/theme/theme2.xml><?xml version="1.0" encoding="utf-8"?>
<a:theme xmlns:a="http://schemas.openxmlformats.org/drawingml/2006/main" name="GT-內頁模組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</a:spPr>
      <a:bodyPr rtlCol="0" anchor="ctr"/>
      <a:lstStyle>
        <a:defPPr algn="ctr">
          <a:defRPr dirty="0" smtClean="0">
            <a:solidFill>
              <a:schemeClr val="accent4">
                <a:lumMod val="40000"/>
                <a:lumOff val="60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大樹範本" id="{C842A03F-E4A8-4966-B2A1-D31D52043C83}" vid="{2B6C8D51-47CB-4222-ABC8-7FEE7382A837}"/>
    </a:ext>
  </a:extLst>
</a:theme>
</file>

<file path=ppt/theme/theme3.xml><?xml version="1.0" encoding="utf-8"?>
<a:theme xmlns:a="http://schemas.openxmlformats.org/drawingml/2006/main" name="GT-隔頁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大樹範本" id="{C842A03F-E4A8-4966-B2A1-D31D52043C83}" vid="{4DA8EBE0-840C-4993-AAB1-C080F8EFDC64}"/>
    </a:ext>
  </a:extLst>
</a:theme>
</file>

<file path=ppt/theme/theme4.xml><?xml version="1.0" encoding="utf-8"?>
<a:theme xmlns:a="http://schemas.openxmlformats.org/drawingml/2006/main" name="1_GT-內頁模組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</a:spPr>
      <a:bodyPr rtlCol="0" anchor="ctr"/>
      <a:lstStyle>
        <a:defPPr algn="ctr">
          <a:defRPr dirty="0" smtClean="0">
            <a:solidFill>
              <a:schemeClr val="accent4">
                <a:lumMod val="40000"/>
                <a:lumOff val="60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大樹範本" id="{C842A03F-E4A8-4966-B2A1-D31D52043C83}" vid="{C15D5C4D-AD94-4DEB-96DB-22896AEA31A6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大樹範本</Template>
  <TotalTime>873</TotalTime>
  <Words>234</Words>
  <Application>Microsoft Office PowerPoint</Application>
  <PresentationFormat>寬螢幕</PresentationFormat>
  <Paragraphs>13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3</vt:i4>
      </vt:variant>
    </vt:vector>
  </HeadingPairs>
  <TitlesOfParts>
    <vt:vector size="15" baseType="lpstr">
      <vt:lpstr>Microsoft YaHei</vt:lpstr>
      <vt:lpstr>Microsoft YaHei UI</vt:lpstr>
      <vt:lpstr>Microsoft YaHei UI Light</vt:lpstr>
      <vt:lpstr>Microsoft JhengHei</vt:lpstr>
      <vt:lpstr>Microsoft JhengHei</vt:lpstr>
      <vt:lpstr>Arial</vt:lpstr>
      <vt:lpstr>Calibri</vt:lpstr>
      <vt:lpstr>Wingdings</vt:lpstr>
      <vt:lpstr>大樹母片範本</vt:lpstr>
      <vt:lpstr>GT-內頁模組</vt:lpstr>
      <vt:lpstr>GT-隔頁</vt:lpstr>
      <vt:lpstr>1_GT-內頁模組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何俊宏</dc:creator>
  <cp:lastModifiedBy>閔暘 游</cp:lastModifiedBy>
  <cp:revision>193</cp:revision>
  <dcterms:created xsi:type="dcterms:W3CDTF">2025-09-22T01:30:35Z</dcterms:created>
  <dcterms:modified xsi:type="dcterms:W3CDTF">2026-06-27T08:37:44Z</dcterms:modified>
</cp:coreProperties>
</file>